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PRESENTATION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Result Management System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Tkinter  |  SQLite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Akmal Kadivar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12402080601001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 Patel Institute of Technology, CVM University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V  |  Division IT1  |  2026-27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Result Management System  |  Akmal Kadivar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 to enter, store, search and delete student results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total, percentage and grade automatically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data permanently in a local SQLite database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with a simple Tkinter interface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0" y="1371600"/>
            <a:ext cx="3108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554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per student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3017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total marks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Result Management System  |  Akmal Kadivar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result preparation is slow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and grades can be miscalculated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records are hard to find in paper files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0116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GUI to enter marks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total, % and grade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records safely in a database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input; search and delete records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Result Management System  |  Akmal Kadivar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calculation and validation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554480"/>
            <a:ext cx="640080" cy="6400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Tkinter / ttk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buttons, message boxes and records table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554480"/>
            <a:ext cx="640080" cy="6400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storage in student_results.db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Result Management System  |  Akmal Kadivar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55448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no., name and 3 marks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10512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96312" y="155448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6312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176272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empty, number, 0-100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38144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123944" y="155448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23944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03904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803904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%, grade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65776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751576" y="155448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51576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31536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31536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SQLite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93408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379208" y="155448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7920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records table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duplicate roll number is rejected using SQLite's primary key.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Design: students table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Result Management System  |  Akmal Kadivar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roll_no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(Primary Key)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roll 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/ maths / computer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Marks, 0 to 100 each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3 subjects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/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 to 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Result Management System  |  Akmal Kadivar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Student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input, calculates result and saves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4592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Student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record by roll number and fills the form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9184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Student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record after Yes/No confirmation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29184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and Refresh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records in a scrollable table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Scheme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Result Management System  |  Akmal Kadivar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and above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to 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to 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to 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to 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120640" y="128016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+ 92 + 98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 / 300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95.00%  =  Grade A+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= total / 3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handling is now fast, accurate and organised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validation, database operations and event-driven GUI programming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37160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option and more subjects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login and PDF / Excel export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graphs and web version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Result Management System</dc:title>
  <dc:subject>PptxGenJS Presentation</dc:subject>
  <dc:creator>Akmal Kadivar</dc:creator>
  <cp:lastModifiedBy>Akmal Kadivar</cp:lastModifiedBy>
  <cp:revision>1</cp:revision>
  <dcterms:created xsi:type="dcterms:W3CDTF">2026-10-26T08:21:05Z</dcterms:created>
  <dcterms:modified xsi:type="dcterms:W3CDTF">2026-10-26T08:21:05Z</dcterms:modified>
</cp:coreProperties>
</file>